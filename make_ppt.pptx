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645920"/>
            <a:ext cx="10332720" cy="34747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建筑玻璃膜介绍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892B0"/>
                </a:solidFill>
              </a:defRPr>
            </a:pPr>
            <a:r>
              <a:t>提升建筑美学与功能性的创新材料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92B0"/>
                </a:solidFill>
              </a:defRPr>
            </a:pPr>
            <a:r>
              <a:t>AUTO-EVO-AI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361EE"/>
                </a:solidFill>
              </a:defRPr>
            </a:pPr>
            <a:r>
              <a:t>什么是建筑玻璃膜？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48640" cy="54864"/>
          </a:xfrm>
          <a:prstGeom prst="round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4389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 建筑玻璃膜是一种贴在玻璃表面的高性能薄膜材料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 由聚酯（PET）基材与多层光学涂层复合而成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 厚度仅0.05-0.3mm，几乎不增加玻璃重量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 广泛应用于商业建筑、住宅、公共设施等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 兼具安全防护、节能隔热、隐私保护等功能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 施工便捷，成本远低于更换玻璃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45920"/>
            <a:ext cx="5029200" cy="43891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920240"/>
            <a:ext cx="4389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 玻璃膜起源于20世纪60年代的航天技术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 最初用于卫星和航天器的热控系统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 1970年代开始应用于建筑领域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 如今已成为绿色建筑标准配置之一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 全球市场规模超200亿美元且持续增长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 中国建筑玻璃膜渗透率仅5%，潜力巨大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361EE"/>
                </a:solidFill>
              </a:defRPr>
            </a:pPr>
            <a:r>
              <a:t>玻璃膜的类型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48640" cy="54864"/>
          </a:xfrm>
          <a:prstGeom prst="round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474720" cy="4572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640080"/>
          </a:xfrm>
          <a:prstGeom prst="round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🛡️ 安全膜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•  防爆防弹，抗冲击性强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•  玻璃破碎后粘合成片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•  防止碎片飞溅伤人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•  抗风压、抗震能力提升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•  符合国家安全玻璃标准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•  厚度：0.1-0.3mm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828800"/>
            <a:ext cx="3474720" cy="4572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80559" y="1828800"/>
            <a:ext cx="3474720" cy="640080"/>
          </a:xfrm>
          <a:prstGeom prst="round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59" y="19202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☀️ 隔热膜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274320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•  阻隔90%以上紫外线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•  红外线阻隔率高达85%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•  夏季降温3-8°C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•  冬季保温减少热流失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•  节能率达30%-50%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•  降低空调电费支出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828800"/>
            <a:ext cx="3474720" cy="4572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0" y="1828800"/>
            <a:ext cx="3474720" cy="640080"/>
          </a:xfrm>
          <a:prstGeom prst="round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9202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🎨 装饰膜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74320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•  磨砂、压花等多种纹理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•  仿古铜、木纹等效果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•  个性化定制图案色彩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•  保护隐私的同时透光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•  办公室隔断首选方案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•  可随时更换不留胶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361EE"/>
                </a:solidFill>
              </a:defRPr>
            </a:pPr>
            <a:r>
              <a:t>玻璃膜的四大核心优势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48640" cy="54864"/>
          </a:xfrm>
          <a:prstGeom prst="round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560320" cy="4572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560320" cy="548640"/>
          </a:xfrm>
          <a:prstGeom prst="round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⚡ 节能环保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2B0"/>
                </a:solidFill>
              </a:defRPr>
            </a:pPr>
            <a:r>
              <a:t>阻隔90%紫外线+85%红外线</a:t>
            </a:r>
            <a:br/>
            <a:r>
              <a:t>夏季降温3-8°C，降低空调能耗30-50%</a:t>
            </a:r>
            <a:br/>
            <a:r>
              <a:t>减少碳排放，助力绿色建筑认证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828800"/>
            <a:ext cx="2560320" cy="4572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66160" y="1828800"/>
            <a:ext cx="2560320" cy="548640"/>
          </a:xfrm>
          <a:prstGeom prst="roundRect">
            <a:avLst/>
          </a:prstGeom>
          <a:solidFill>
            <a:srgbClr val="7209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920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🛡️ 安全保障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265176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2B0"/>
                </a:solidFill>
              </a:defRPr>
            </a:pPr>
            <a:r>
              <a:t>防爆防弹等级可选</a:t>
            </a:r>
            <a:br/>
            <a:r>
              <a:t>玻璃破碎后粘合成片，不飞溅</a:t>
            </a:r>
            <a:br/>
            <a:r>
              <a:t>抗风压、抗震、防盗性能提升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28800"/>
            <a:ext cx="2560320" cy="4572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1828800"/>
            <a:ext cx="2560320" cy="54864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🎭 隐私美观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65176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2B0"/>
                </a:solidFill>
              </a:defRPr>
            </a:pPr>
            <a:r>
              <a:t>从外到内遮蔽视线</a:t>
            </a:r>
            <a:br/>
            <a:r>
              <a:t>从内到外清晰可见</a:t>
            </a:r>
            <a:br/>
            <a:r>
              <a:t>多种纹理色彩可选</a:t>
            </a:r>
            <a:br/>
            <a:r>
              <a:t>提升建筑整体美感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828800"/>
            <a:ext cx="2560320" cy="4572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235440" y="1828800"/>
            <a:ext cx="2560320" cy="548640"/>
          </a:xfrm>
          <a:prstGeom prst="round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920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💰 经济实用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65176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2B0"/>
                </a:solidFill>
              </a:defRPr>
            </a:pPr>
            <a:r>
              <a:t>成本仅为更换玻璃的10-30%</a:t>
            </a:r>
            <a:br/>
            <a:r>
              <a:t>施工快速，不影响正常办公</a:t>
            </a:r>
            <a:br/>
            <a:r>
              <a:t>使用寿命8-15年</a:t>
            </a:r>
            <a:br/>
            <a:r>
              <a:t>投资回报周期仅2-3年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361EE"/>
                </a:solidFill>
              </a:defRPr>
            </a:pPr>
            <a:r>
              <a:t>案例分析与未来趋势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48640" cy="54864"/>
          </a:xfrm>
          <a:prstGeom prst="round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029200" cy="4572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361EE"/>
                </a:solidFill>
              </a:defRPr>
            </a:pPr>
            <a:r>
              <a:t>📌 典型应用案例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 🏢 上海中心大厦 — 全楼隔热膜降低能耗35%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 🏨 北京国贸大酒店 — 安全膜达到防弹标准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 🏪 万达广场 — 装饰膜实现统一品牌视觉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 🏥 协和医院 — 紫外线阻隔保护药品存储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 🏫 清华大学图书馆 — 隔热膜保护古籍藏书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 🏠 万科翡翠 — 住宅项目隐私膜标配交付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5029200" cy="4572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20116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361EE"/>
                </a:solidFill>
              </a:defRPr>
            </a:pPr>
            <a:r>
              <a:t>📈 未来发展趋势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56032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 智能调光玻璃膜 — 电压控制透明度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 太阳能发电膜 — 让窗户变成发电站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 5G通讯兼容膜 — 不屏蔽信号的新型膜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 自清洁纳米涂层 — 减少人工维护成本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 建筑一体化BIPV — 幕墙本身就是能源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 AI驱动的定制化 — 算法设计最优膜层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