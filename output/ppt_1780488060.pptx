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AI的</a:t>
            </a:r>
          </a:p>
          <a:p>
            <a:r>
              <a:t>AUTO-EVO-AI 自动生成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简介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关于AI的的详细介绍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特点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AI的的主要特点和应用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优势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AI的相比传统方案的优势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总结与展望</a:t>
            </a:r>
          </a:p>
          <a:p/>
          <a:p>
            <a:r>
              <a:t>AUTO-EVO-AI 自动生成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