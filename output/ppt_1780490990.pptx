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一个五页的AI行业介绍</a:t>
            </a:r>
          </a:p>
          <a:p>
            <a:r>
              <a:t>AUTO-EVO-AI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关于一个五页的AI行业介绍的详细介绍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一个五页的AI行业介绍的主要特点和应用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一个五页的AI行业介绍相比传统方案的优势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总结与展望</a:t>
            </a:r>
          </a:p>
          <a:p/>
          <a:p>
            <a:r>
              <a:t>AUTO-EVO-AI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