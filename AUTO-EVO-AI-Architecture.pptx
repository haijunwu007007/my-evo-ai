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14630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AUTO-EVO-AI V0.1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2F2F2"/>
                </a:solidFill>
              </a:defRPr>
            </a:pPr>
            <a:r>
              <a:t>Enterprise AI Automation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457 Modules · 57 Tools · 100 Industries · AI Agent Teams · 9 Languages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2B0"/>
                </a:solidFill>
              </a:defRPr>
            </a:pPr>
            <a:r>
              <a:t>Architecture Overview —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System Architecture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560320" cy="438912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🎨  Frontend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2F2F2"/>
                </a:solidFill>
              </a:defRPr>
            </a:pPr>
            <a:r>
              <a:t>Vue3 + Naive UI</a:t>
            </a:r>
            <a:br/>
            <a:r>
              <a:t>Chat.html (SPA)</a:t>
            </a:r>
            <a:br/>
            <a:r>
              <a:t>i18n (9 languages)</a:t>
            </a:r>
            <a:br/>
            <a:r>
              <a:t>Agent Team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554480"/>
            <a:ext cx="2560320" cy="438912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⚙️  API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40" y="246888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2F2F2"/>
                </a:solidFill>
              </a:defRPr>
            </a:pPr>
            <a:r>
              <a:t>FastAPI + Uvicorn</a:t>
            </a:r>
            <a:br/>
            <a:r>
              <a:t>REST · WebSocket</a:t>
            </a:r>
            <a:br/>
            <a:r>
              <a:t>LLM Gateway (13 providers)</a:t>
            </a:r>
            <a:br/>
            <a:r>
              <a:t>CLI Interface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54480"/>
            <a:ext cx="2560320" cy="4389120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🧠  Engine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2F2F2"/>
                </a:solidFill>
              </a:defRPr>
            </a:pPr>
            <a:r>
              <a:t>Scheduler · Pipeline</a:t>
            </a:r>
            <a:br/>
            <a:r>
              <a:t>Agent Orchestrator</a:t>
            </a:r>
            <a:br/>
            <a:r>
              <a:t>Event Engine</a:t>
            </a:r>
            <a:br/>
            <a:r>
              <a:t>FileOps · Alert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554480"/>
            <a:ext cx="2560320" cy="4389120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📦  Tool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46888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2F2F2"/>
                </a:solidFill>
              </a:defRPr>
            </a:pPr>
            <a:r>
              <a:t>57 Docker Tools</a:t>
            </a:r>
            <a:br/>
            <a:r>
              <a:t>100 Industry Configs</a:t>
            </a:r>
            <a:br/>
            <a:r>
              <a:t>Agent-S Desktop</a:t>
            </a:r>
            <a:br/>
            <a:r>
              <a:t>Gitea · Metabase · More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Core Capabilities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651760" cy="429768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🤖  Multi-Agent</a:t>
            </a:r>
            <a:br/>
            <a:r>
              <a:t>   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2F2F2"/>
                </a:solidFill>
              </a:defRPr>
            </a:pPr>
            <a:r>
              <a:t>6 AI agents (Athena, Hermes,</a:t>
            </a:r>
            <a:br/>
            <a:r>
              <a:t>Apollo...) discuss complex tasks</a:t>
            </a:r>
            <a:br/>
            <a:r>
              <a:t>and produce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651760" cy="429768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7373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🔗  LLM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6517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2F2F2"/>
                </a:solidFill>
              </a:defRPr>
            </a:pPr>
            <a:r>
              <a:t>13 major providers:</a:t>
            </a:r>
            <a:br/>
            <a:r>
              <a:t>OpenAI · Anthropic · DeepSeek</a:t>
            </a:r>
            <a:br/>
            <a:r>
              <a:t>Qwen · GLM · Kimi · Ollama · more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2651760" cy="429768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🖥️  Desktop</a:t>
            </a:r>
            <a:br/>
            <a:r>
              <a:t>   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2F2F2"/>
                </a:solidFill>
              </a:defRPr>
            </a:pPr>
            <a:r>
              <a:t>Agent-S bridge for</a:t>
            </a:r>
            <a:br/>
            <a:r>
              <a:t>mouse/keyboard/screenshot</a:t>
            </a:r>
            <a:br/>
            <a:r>
              <a:t>control of any application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1463040"/>
            <a:ext cx="2651760" cy="429768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0" y="17373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📁  File &amp; Email</a:t>
            </a:r>
            <a:br/>
            <a:r>
              <a:t>   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6517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2F2F2"/>
                </a:solidFill>
              </a:defRPr>
            </a:pPr>
            <a:r>
              <a:t>Generate Word, edit Excel,</a:t>
            </a:r>
            <a:br/>
            <a:r>
              <a:t>send email, all programmatically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Multi-Agent Team Collaboration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29184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</a:defRPr>
            </a:pPr>
            <a:r>
              <a:t>🦉  Athena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2B0"/>
                </a:solidFill>
              </a:defRPr>
            </a:pPr>
            <a:r>
              <a:t>Project Manager</a:t>
            </a:r>
            <a:br/>
            <a:r>
              <a:t>Task assignment</a:t>
            </a:r>
            <a:br/>
            <a:r>
              <a:t>Result aggregation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</a:defRPr>
            </a:pPr>
            <a:r>
              <a:t>⚡  Hermes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286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2B0"/>
                </a:solidFill>
              </a:defRPr>
            </a:pPr>
            <a:r>
              <a:t>Information Collector</a:t>
            </a:r>
            <a:br/>
            <a:r>
              <a:t>Data query</a:t>
            </a:r>
            <a:br/>
            <a:r>
              <a:t>Web 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</a:defRPr>
            </a:pPr>
            <a:r>
              <a:t>🔮  Apollo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286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2B0"/>
                </a:solidFill>
              </a:defRPr>
            </a:pPr>
            <a:r>
              <a:t>Analyst</a:t>
            </a:r>
            <a:br/>
            <a:r>
              <a:t>Data analysis</a:t>
            </a:r>
            <a:br/>
            <a:r>
              <a:t>Insight generation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329184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</a:defRPr>
            </a:pPr>
            <a:r>
              <a:t>🛡️  Hecate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2B0"/>
                </a:solidFill>
              </a:defRPr>
            </a:pPr>
            <a:r>
              <a:t>Security Auditor</a:t>
            </a:r>
            <a:br/>
            <a:r>
              <a:t>Compliance check</a:t>
            </a:r>
            <a:br/>
            <a:r>
              <a:t>Risk assessment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931920"/>
            <a:ext cx="329184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</a:defRPr>
            </a:pPr>
            <a:r>
              <a:t>🔬  Minerva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7548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2B0"/>
                </a:solidFill>
              </a:defRPr>
            </a:pPr>
            <a:r>
              <a:t>Researcher</a:t>
            </a:r>
            <a:br/>
            <a:r>
              <a:t>Deep research</a:t>
            </a:r>
            <a:br/>
            <a:r>
              <a:t>Tech proposals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931920"/>
            <a:ext cx="329184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</a:defRPr>
            </a:pPr>
            <a:r>
              <a:t>⚙️  Phoebus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7548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2B0"/>
                </a:solidFill>
              </a:defRPr>
            </a:pPr>
            <a:r>
              <a:t>Executor</a:t>
            </a:r>
            <a:br/>
            <a:r>
              <a:t>Code execution</a:t>
            </a:r>
            <a:br/>
            <a:r>
              <a:t>Task operation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Industry Solutions &amp; Deployment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457200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🏭  100 Industry Templates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2F2"/>
                </a:solidFill>
              </a:defRPr>
            </a:pPr>
            <a:r>
              <a:t>Manufacturing · Retail · Finance · Healthcare</a:t>
            </a:r>
            <a:br/>
            <a:r>
              <a:t>Education · HR · Enterprise · IT · Legal</a:t>
            </a:r>
            <a:br/>
            <a:r>
              <a:t>Media · Agriculture · Construction · Energy</a:t>
            </a:r>
            <a:br/>
            <a:r>
              <a:t>Transportation · Insurance · Telecom · Auto</a:t>
            </a:r>
            <a:br/>
            <a:r>
              <a:t>Food · Sports · Entertainment · Publishing</a:t>
            </a:r>
            <a:br/>
            <a:r>
              <a:t>R&amp;D · Environmental · Security · Beauty</a:t>
            </a:r>
            <a:br/>
            <a:r>
              <a:t>Cross-border E-commerce · And 73 more...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45720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🚀  One-Click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2F2"/>
                </a:solidFill>
              </a:defRPr>
            </a:pPr>
            <a:r>
              <a:t>•  deploy-industry.bat — pick #1-100</a:t>
            </a:r>
            <a:br/>
            <a:r>
              <a:t>•  Docker auto-launch for all tools</a:t>
            </a:r>
            <a:br/>
            <a:r>
              <a:t>•  CLI: python cli.py industry 5</a:t>
            </a:r>
            <a:br/>
            <a:r>
              <a:t>•  Web: localhost:8765/app</a:t>
            </a:r>
            <a:br/>
            <a:br/>
            <a:r>
              <a:t>Supported: 57 Docker services</a:t>
            </a:r>
            <a:br/>
            <a:r>
              <a:t>Auto-startup on boot (VBS)</a:t>
            </a:r>
            <a:br/>
            <a:r>
              <a:t>GitHub: haijunwu007007/my-evo-ai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6217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2B0"/>
                </a:solidFill>
              </a:defRPr>
            </a:pPr>
            <a:r>
              <a:t>AUTO-EVO-AI V0.1 |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